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PORTFOLIO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メールサーバー構築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 × AlmaLinux 9.7 × Postfix × Dovecot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オンプレミス環境における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SMTP/IMAP/POP3対応メールサーバーの設計・構築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3474720"/>
            <a:ext cx="2011680" cy="128016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4747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2026.04.15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長野 祐己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システム構成概要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[VM]  仮想化基盤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Hyper-V（Windows標準）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第2世代VM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メモリ：4GB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ディスク：50GB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Switch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7432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51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[NW]  OS / ネットワーク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9.7 Minimal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IP：192.168.3.12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導入済み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SMTP/IMAP/POP3 開放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SSH接続対応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51560"/>
            <a:ext cx="27432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051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[ML]  メールサービス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Postfix（送信 SMTP）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Dovecot（受信 IMAP/POP3）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暗号化ポート対応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自動起動設定済み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SSH管理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構築ステップ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169164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50292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Hyper-V有効化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PowerShellでHyper-V有効化・再起動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69164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51560"/>
            <a:ext cx="50292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0515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1188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ISO取得・VM作成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6459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9.7 Minimal・第2世代・50GB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2743200" cy="169164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051560"/>
            <a:ext cx="50292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0515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188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インストール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6459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英語設定・root SSH許可・IPアドレス確認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743200" cy="169164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71800"/>
            <a:ext cx="50292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9718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SSH接続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566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tar導入後 root@192.168.3.12 で接続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743200" cy="169164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971800"/>
            <a:ext cx="50292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29718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設定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3566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導入・起動・メールポート開放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2743200" cy="169164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2971800"/>
            <a:ext cx="502920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9718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66560" y="3108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Postfix/Dovecot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3566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導入・起動・自動起動・SMTP/IMAP/POP3テスト完了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使用技術・習得スキル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0116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仮想化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Hyper-V（Windows標準）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第2世代VM設計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仮想スイッチ管理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セキュアブート設定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05156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051560"/>
            <a:ext cx="20116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OS管理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7752" y="164592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AlmaLinux 9.7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RHEL互換ディストリビューション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パッケージ管理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サービス管理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105156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051560"/>
            <a:ext cx="20116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764024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ネットワーク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024" y="164592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 設定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ポート管理（SMTP/IMAP/POP3）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IPアドレス設計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SSH接続管理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48856" y="1051560"/>
            <a:ext cx="2011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48856" y="1051560"/>
            <a:ext cx="201168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940296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開発環境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0296" y="1645920"/>
            <a:ext cx="1828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Remote SSH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ターミナル操作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設定ファイル管理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ドキュメント整備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成果・アピールポイント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[成果]  構築成果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Hyper-V上にAlmaLinux 9.7を構築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Postfix・Dovecotによるメールサーバー完成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firewalldで必要ポートのみ開放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SSH接続で快適な管理環境実現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GitHubにポートフォリオとして公開済み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sendmailでメール送信・Maildir着信を確認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IMAP接続でFETCH成功・エンドtoエンド動作を実証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POP3接続（port 110）でSTAT/RETR成功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journalctlでPostfixログを確認・配送フロー全体を実証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3749040"/>
          </a:xfrm>
          <a:prstGeom prst="rect">
            <a:avLst/>
          </a:prstGeom>
          <a:solidFill>
            <a:srgbClr val="21295C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[PR]  転職・副業へのアピール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Microsoft技術（Hyper-V）の実践経験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RHEL互換OSの構築・運用スキル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セキュリティを考慮したファイアウォール設計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Azure移行を見据えたインフラ設計力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ドキュメント化・再現性のある構築手順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メールサーバー構築 ポートフォリオ</dc:title>
  <dc:subject>PptxGenJS Presentation</dc:subject>
  <dc:creator>PptxGenJS</dc:creator>
  <cp:lastModifiedBy>PptxGenJS</cp:lastModifiedBy>
  <cp:revision>1</cp:revision>
  <dcterms:created xsi:type="dcterms:W3CDTF">2026-04-14T15:59:10Z</dcterms:created>
  <dcterms:modified xsi:type="dcterms:W3CDTF">2026-04-14T15:59:10Z</dcterms:modified>
</cp:coreProperties>
</file>